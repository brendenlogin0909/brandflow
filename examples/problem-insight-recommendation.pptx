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128587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000500"/>
            <a:ext cx="8191500" cy="438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66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content calendar is not the problem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47750" y="11239500"/>
            <a:ext cx="2857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→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38250"/>
            <a:ext cx="1428750" cy="1428750"/>
          </a:xfrm>
          <a:prstGeom prst="roundRect">
            <a:avLst>
              <a:gd name="adj" fmla="val 24000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04925" y="1590675"/>
            <a:ext cx="723900" cy="7239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04925" y="1590675"/>
            <a:ext cx="7239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alert-triangle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2762250" y="1714500"/>
            <a:ext cx="4762500" cy="476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52500" y="3810000"/>
            <a:ext cx="81915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5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 without a point of view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52500" y="6477000"/>
            <a:ext cx="819150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company pages publish generic industry content nobody remembers.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38250"/>
            <a:ext cx="1428750" cy="1428750"/>
          </a:xfrm>
          <a:prstGeom prst="roundRect">
            <a:avLst>
              <a:gd name="adj" fmla="val 24000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04925" y="1590675"/>
            <a:ext cx="723900" cy="7239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04925" y="1590675"/>
            <a:ext cx="7239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lightbulb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2762250" y="1714500"/>
            <a:ext cx="4762500" cy="476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52500" y="3810000"/>
            <a:ext cx="81915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5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Audiences follow opinions, not logos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52500" y="6477000"/>
            <a:ext cx="819150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accounts that grow take positions and defend them consistently.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38250"/>
            <a:ext cx="1428750" cy="1428750"/>
          </a:xfrm>
          <a:prstGeom prst="roundRect">
            <a:avLst>
              <a:gd name="adj" fmla="val 24000"/>
            </a:avLst>
          </a:prstGeom>
          <a:solidFill>
            <a:srgbClr val="1A3C8F"/>
          </a:solidFill>
          <a:ln/>
        </p:spPr>
      </p:sp>
      <p:sp>
        <p:nvSpPr>
          <p:cNvPr id="3" name="Shape 1"/>
          <p:cNvSpPr/>
          <p:nvPr/>
        </p:nvSpPr>
        <p:spPr>
          <a:xfrm>
            <a:off x="1304925" y="1590675"/>
            <a:ext cx="723900" cy="72390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304925" y="1590675"/>
            <a:ext cx="7239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target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2762250" y="1714500"/>
            <a:ext cx="4762500" cy="476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5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52500" y="3810000"/>
            <a:ext cx="81915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5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three hills to stand on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52500" y="6477000"/>
            <a:ext cx="819150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550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three strong opinions and let every post reinforce one of them.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096250" y="952500"/>
            <a:ext cx="123825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477500"/>
            <a:ext cx="10287000" cy="2381250"/>
          </a:xfrm>
          <a:prstGeom prst="rect">
            <a:avLst/>
          </a:prstGeom>
          <a:solidFill>
            <a:srgbClr val="1A3C8F"/>
          </a:solidFill>
          <a:ln/>
        </p:spPr>
      </p:sp>
      <p:sp>
        <p:nvSpPr>
          <p:cNvPr id="3" name="Text 1"/>
          <p:cNvSpPr/>
          <p:nvPr/>
        </p:nvSpPr>
        <p:spPr>
          <a:xfrm>
            <a:off x="1047750" y="4572000"/>
            <a:ext cx="81915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this framework for your next planning session.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47750" y="11049000"/>
            <a:ext cx="4762500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for more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00000000-0000-4000-8000-00000000005e</dc:title>
  <dc:subject>PptxGenJS Presentation</dc:subject>
  <dc:creator>PptxGenJS</dc:creator>
  <cp:lastModifiedBy>PptxGenJS</cp:lastModifiedBy>
  <cp:revision>1</cp:revision>
  <dcterms:created xsi:type="dcterms:W3CDTF">2026-07-04T10:00:31Z</dcterms:created>
  <dcterms:modified xsi:type="dcterms:W3CDTF">2026-07-04T10:00:31Z</dcterms:modified>
</cp:coreProperties>
</file>