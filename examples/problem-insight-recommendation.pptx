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content calendar is not the problem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04925" y="1590675"/>
            <a:ext cx="723900" cy="723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without a point of view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company pages publish generic industry content nobody remembers.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04925" y="1590675"/>
            <a:ext cx="723900" cy="723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follow opinions, not logos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accounts that grow take positions and defend them consistently.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04925" y="1590675"/>
            <a:ext cx="723900" cy="723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three hills to stand on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three strong opinions and let every post reinforce one of them.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this framework for your next planning session.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00000000-0000-4000-8000-00000000005e</dc:title>
  <dc:subject>PptxGenJS Presentation</dc:subject>
  <dc:creator>PptxGenJS</dc:creator>
  <cp:lastModifiedBy>PptxGenJS</cp:lastModifiedBy>
  <cp:revision>1</cp:revision>
  <dcterms:created xsi:type="dcterms:W3CDTF">2026-07-06T12:20:31Z</dcterms:created>
  <dcterms:modified xsi:type="dcterms:W3CDTF">2026-07-06T12:20:31Z</dcterms:modified>
</cp:coreProperties>
</file>