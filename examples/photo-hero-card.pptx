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96000"/>
            <a:ext cx="10287000" cy="6762750"/>
          </a:xfrm>
          <a:prstGeom prst="rect">
            <a:avLst/>
          </a:prstGeom>
          <a:solidFill>
            <a:srgbClr val="101418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8382000"/>
            <a:ext cx="8382000" cy="285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just shipped the biggest release in our history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7620000"/>
            <a:ext cx="66675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UPDATE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1143000"/>
            <a:ext cx="2476500" cy="723900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314450"/>
            <a:ext cx="20955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00000000-0000-4000-8000-000000000019</dc:title>
  <dc:subject>PptxGenJS Presentation</dc:subject>
  <dc:creator>PptxGenJS</dc:creator>
  <cp:lastModifiedBy>PptxGenJS</cp:lastModifiedBy>
  <cp:revision>1</cp:revision>
  <dcterms:created xsi:type="dcterms:W3CDTF">2026-07-04T10:00:30Z</dcterms:created>
  <dcterms:modified xsi:type="dcterms:W3CDTF">2026-07-04T10:00:30Z</dcterms:modified>
</cp:coreProperties>
</file>