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12858750"/>
          </a:xfrm>
          <a:prstGeom prst="rect">
            <a:avLst/>
          </a:prstGeom>
          <a:solidFill>
            <a:srgbClr val="1A3C8F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4000500"/>
            <a:ext cx="8191500" cy="438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600" b="1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hidden costs of manual QA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047750" y="11239500"/>
            <a:ext cx="28575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1A3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→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3143250"/>
            <a:ext cx="66675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1A3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ROI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12858750"/>
          </a:xfrm>
          <a:prstGeom prst="rect">
            <a:avLst/>
          </a:prstGeom>
          <a:solidFill>
            <a:srgbClr val="1A3C8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5334000"/>
            <a:ext cx="1524000" cy="190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0" dirty="0"/>
          </a:p>
        </p:txBody>
      </p:sp>
      <p:sp>
        <p:nvSpPr>
          <p:cNvPr id="4" name="Text 2"/>
          <p:cNvSpPr/>
          <p:nvPr/>
        </p:nvSpPr>
        <p:spPr>
          <a:xfrm>
            <a:off x="3048000" y="4000500"/>
            <a:ext cx="6096000" cy="2476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delays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048000" y="6858000"/>
            <a:ext cx="6096000" cy="3238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manual pass adds days to the cycle.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96250" y="952500"/>
            <a:ext cx="1238250" cy="419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A3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12858750"/>
          </a:xfrm>
          <a:prstGeom prst="rect">
            <a:avLst/>
          </a:prstGeom>
          <a:solidFill>
            <a:srgbClr val="1A3C8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5334000"/>
            <a:ext cx="1524000" cy="190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0" dirty="0"/>
          </a:p>
        </p:txBody>
      </p:sp>
      <p:sp>
        <p:nvSpPr>
          <p:cNvPr id="4" name="Text 2"/>
          <p:cNvSpPr/>
          <p:nvPr/>
        </p:nvSpPr>
        <p:spPr>
          <a:xfrm>
            <a:off x="3048000" y="4000500"/>
            <a:ext cx="6096000" cy="2476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Escaped defects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048000" y="6858000"/>
            <a:ext cx="6096000" cy="3238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miss what scripts catch every time.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96250" y="952500"/>
            <a:ext cx="1238250" cy="419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A3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12858750"/>
          </a:xfrm>
          <a:prstGeom prst="rect">
            <a:avLst/>
          </a:prstGeom>
          <a:solidFill>
            <a:srgbClr val="1A3C8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5334000"/>
            <a:ext cx="1524000" cy="190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0" dirty="0"/>
          </a:p>
        </p:txBody>
      </p:sp>
      <p:sp>
        <p:nvSpPr>
          <p:cNvPr id="4" name="Text 2"/>
          <p:cNvSpPr/>
          <p:nvPr/>
        </p:nvSpPr>
        <p:spPr>
          <a:xfrm>
            <a:off x="3048000" y="4000500"/>
            <a:ext cx="6096000" cy="2476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burnout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048000" y="6858000"/>
            <a:ext cx="6096000" cy="3238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testing drains your best engineers.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96250" y="952500"/>
            <a:ext cx="1238250" cy="419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A3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12858750"/>
          </a:xfrm>
          <a:prstGeom prst="rect">
            <a:avLst/>
          </a:prstGeom>
          <a:solidFill>
            <a:srgbClr val="1A3C8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5334000"/>
            <a:ext cx="1524000" cy="190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0" dirty="0"/>
          </a:p>
        </p:txBody>
      </p:sp>
      <p:sp>
        <p:nvSpPr>
          <p:cNvPr id="4" name="Text 2"/>
          <p:cNvSpPr/>
          <p:nvPr/>
        </p:nvSpPr>
        <p:spPr>
          <a:xfrm>
            <a:off x="3048000" y="4000500"/>
            <a:ext cx="6096000" cy="2476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cost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048000" y="6858000"/>
            <a:ext cx="6096000" cy="3238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spent clicking are hours not building.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96250" y="952500"/>
            <a:ext cx="1238250" cy="419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A3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12858750"/>
          </a:xfrm>
          <a:prstGeom prst="rect">
            <a:avLst/>
          </a:prstGeom>
          <a:solidFill>
            <a:srgbClr val="1A3C8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5334000"/>
            <a:ext cx="1524000" cy="190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0" dirty="0"/>
          </a:p>
        </p:txBody>
      </p:sp>
      <p:sp>
        <p:nvSpPr>
          <p:cNvPr id="4" name="Text 2"/>
          <p:cNvSpPr/>
          <p:nvPr/>
        </p:nvSpPr>
        <p:spPr>
          <a:xfrm>
            <a:off x="3048000" y="4000500"/>
            <a:ext cx="6096000" cy="2476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walls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048000" y="6858000"/>
            <a:ext cx="6096000" cy="3238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coverage cannot grow with your product.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96250" y="952500"/>
            <a:ext cx="1238250" cy="419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A3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477500"/>
            <a:ext cx="10287000" cy="2381250"/>
          </a:xfrm>
          <a:prstGeom prst="rect">
            <a:avLst/>
          </a:prstGeom>
          <a:solidFill>
            <a:srgbClr val="1A3C8F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4572000"/>
            <a:ext cx="81915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automate? Follow for weekly QA insights.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11049000"/>
            <a:ext cx="476250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for more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BrandFlow design 00000000-0000-4000-8000-000000000036</dc:title>
  <dc:subject>PptxGenJS Presentation</dc:subject>
  <dc:creator>PptxGenJS</dc:creator>
  <cp:lastModifiedBy>PptxGenJS</cp:lastModifiedBy>
  <cp:revision>1</cp:revision>
  <dcterms:created xsi:type="dcterms:W3CDTF">2026-07-04T10:00:30Z</dcterms:created>
  <dcterms:modified xsi:type="dcterms:W3CDTF">2026-07-04T10:00:30Z</dcterms:modified>
</cp:coreProperties>
</file>