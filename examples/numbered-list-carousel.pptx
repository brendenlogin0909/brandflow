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12858750"/>
          </a:xfrm>
          <a:prstGeom prst="rect">
            <a:avLst/>
          </a:prstGeom>
          <a:solidFill>
            <a:srgbClr val="1A3C8F"/>
          </a:solidFill>
          <a:ln/>
        </p:spPr>
      </p:sp>
      <p:sp>
        <p:nvSpPr>
          <p:cNvPr id="3" name="Text 1"/>
          <p:cNvSpPr/>
          <p:nvPr/>
        </p:nvSpPr>
        <p:spPr>
          <a:xfrm>
            <a:off x="1047750" y="4000500"/>
            <a:ext cx="8191500" cy="4381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660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hidden costs of manual QA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1047750" y="11239500"/>
            <a:ext cx="2857500" cy="571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1A3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Swipe →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3143250"/>
            <a:ext cx="6667500" cy="571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950" b="1" dirty="0">
                <a:solidFill>
                  <a:srgbClr val="1A3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ROI</a:t>
            </a:r>
            <a:endParaRPr lang="en-US" sz="1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0" cy="12858750"/>
          </a:xfrm>
          <a:prstGeom prst="rect">
            <a:avLst/>
          </a:prstGeom>
          <a:solidFill>
            <a:srgbClr val="1A3C8F"/>
          </a:solidFill>
          <a:ln/>
        </p:spPr>
      </p:sp>
      <p:sp>
        <p:nvSpPr>
          <p:cNvPr id="3" name="Text 1"/>
          <p:cNvSpPr/>
          <p:nvPr/>
        </p:nvSpPr>
        <p:spPr>
          <a:xfrm>
            <a:off x="381000" y="5334000"/>
            <a:ext cx="1524000" cy="190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0" dirty="0"/>
          </a:p>
        </p:txBody>
      </p:sp>
      <p:sp>
        <p:nvSpPr>
          <p:cNvPr id="4" name="Text 2"/>
          <p:cNvSpPr/>
          <p:nvPr/>
        </p:nvSpPr>
        <p:spPr>
          <a:xfrm>
            <a:off x="3048000" y="4000500"/>
            <a:ext cx="6096000" cy="2476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20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 delays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3048000" y="6858000"/>
            <a:ext cx="6096000" cy="3238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manual pass adds days to the cycle.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096250" y="952500"/>
            <a:ext cx="1238250" cy="419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A3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7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0" cy="12858750"/>
          </a:xfrm>
          <a:prstGeom prst="rect">
            <a:avLst/>
          </a:prstGeom>
          <a:solidFill>
            <a:srgbClr val="1A3C8F"/>
          </a:solidFill>
          <a:ln/>
        </p:spPr>
      </p:sp>
      <p:sp>
        <p:nvSpPr>
          <p:cNvPr id="3" name="Text 1"/>
          <p:cNvSpPr/>
          <p:nvPr/>
        </p:nvSpPr>
        <p:spPr>
          <a:xfrm>
            <a:off x="381000" y="5334000"/>
            <a:ext cx="1524000" cy="190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0" dirty="0"/>
          </a:p>
        </p:txBody>
      </p:sp>
      <p:sp>
        <p:nvSpPr>
          <p:cNvPr id="4" name="Text 2"/>
          <p:cNvSpPr/>
          <p:nvPr/>
        </p:nvSpPr>
        <p:spPr>
          <a:xfrm>
            <a:off x="3048000" y="4000500"/>
            <a:ext cx="6096000" cy="2476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20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Escaped defects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3048000" y="6858000"/>
            <a:ext cx="6096000" cy="3238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Humans miss what scripts catch every time.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096250" y="952500"/>
            <a:ext cx="1238250" cy="419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A3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7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0" cy="12858750"/>
          </a:xfrm>
          <a:prstGeom prst="rect">
            <a:avLst/>
          </a:prstGeom>
          <a:solidFill>
            <a:srgbClr val="1A3C8F"/>
          </a:solidFill>
          <a:ln/>
        </p:spPr>
      </p:sp>
      <p:sp>
        <p:nvSpPr>
          <p:cNvPr id="3" name="Text 1"/>
          <p:cNvSpPr/>
          <p:nvPr/>
        </p:nvSpPr>
        <p:spPr>
          <a:xfrm>
            <a:off x="381000" y="5334000"/>
            <a:ext cx="1524000" cy="190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0" dirty="0"/>
          </a:p>
        </p:txBody>
      </p:sp>
      <p:sp>
        <p:nvSpPr>
          <p:cNvPr id="4" name="Text 2"/>
          <p:cNvSpPr/>
          <p:nvPr/>
        </p:nvSpPr>
        <p:spPr>
          <a:xfrm>
            <a:off x="3048000" y="4000500"/>
            <a:ext cx="6096000" cy="2476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20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burnout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3048000" y="6858000"/>
            <a:ext cx="6096000" cy="3238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Repetitive testing drains your best engineers.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096250" y="952500"/>
            <a:ext cx="1238250" cy="419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A3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7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0" cy="12858750"/>
          </a:xfrm>
          <a:prstGeom prst="rect">
            <a:avLst/>
          </a:prstGeom>
          <a:solidFill>
            <a:srgbClr val="1A3C8F"/>
          </a:solidFill>
          <a:ln/>
        </p:spPr>
      </p:sp>
      <p:sp>
        <p:nvSpPr>
          <p:cNvPr id="3" name="Text 1"/>
          <p:cNvSpPr/>
          <p:nvPr/>
        </p:nvSpPr>
        <p:spPr>
          <a:xfrm>
            <a:off x="381000" y="5334000"/>
            <a:ext cx="1524000" cy="190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500" dirty="0"/>
          </a:p>
        </p:txBody>
      </p:sp>
      <p:sp>
        <p:nvSpPr>
          <p:cNvPr id="4" name="Text 2"/>
          <p:cNvSpPr/>
          <p:nvPr/>
        </p:nvSpPr>
        <p:spPr>
          <a:xfrm>
            <a:off x="3048000" y="4000500"/>
            <a:ext cx="6096000" cy="2476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20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 cost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3048000" y="6858000"/>
            <a:ext cx="6096000" cy="3238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spent clicking are hours not building.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096250" y="952500"/>
            <a:ext cx="1238250" cy="419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A3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7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0" cy="12858750"/>
          </a:xfrm>
          <a:prstGeom prst="rect">
            <a:avLst/>
          </a:prstGeom>
          <a:solidFill>
            <a:srgbClr val="1A3C8F"/>
          </a:solidFill>
          <a:ln/>
        </p:spPr>
      </p:sp>
      <p:sp>
        <p:nvSpPr>
          <p:cNvPr id="3" name="Text 1"/>
          <p:cNvSpPr/>
          <p:nvPr/>
        </p:nvSpPr>
        <p:spPr>
          <a:xfrm>
            <a:off x="381000" y="5334000"/>
            <a:ext cx="1524000" cy="190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500" dirty="0"/>
          </a:p>
        </p:txBody>
      </p:sp>
      <p:sp>
        <p:nvSpPr>
          <p:cNvPr id="4" name="Text 2"/>
          <p:cNvSpPr/>
          <p:nvPr/>
        </p:nvSpPr>
        <p:spPr>
          <a:xfrm>
            <a:off x="3048000" y="4000500"/>
            <a:ext cx="6096000" cy="2476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20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Scaling walls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3048000" y="6858000"/>
            <a:ext cx="6096000" cy="3238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coverage cannot grow with your product.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096250" y="952500"/>
            <a:ext cx="1238250" cy="419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A3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7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0477500"/>
            <a:ext cx="10287000" cy="2381250"/>
          </a:xfrm>
          <a:prstGeom prst="rect">
            <a:avLst/>
          </a:prstGeom>
          <a:solidFill>
            <a:srgbClr val="1A3C8F"/>
          </a:solidFill>
          <a:ln/>
        </p:spPr>
      </p:sp>
      <p:sp>
        <p:nvSpPr>
          <p:cNvPr id="3" name="Text 1"/>
          <p:cNvSpPr/>
          <p:nvPr/>
        </p:nvSpPr>
        <p:spPr>
          <a:xfrm>
            <a:off x="1047750" y="4572000"/>
            <a:ext cx="819150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to automate? Follow for weekly QA insights.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047750" y="11049000"/>
            <a:ext cx="4762500" cy="571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for more</a:t>
            </a:r>
            <a:endParaRPr lang="en-US" sz="2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BrandFlow design 00000000-0000-4000-8000-000000000036</dc:title>
  <dc:subject>PptxGenJS Presentation</dc:subject>
  <dc:creator>PptxGenJS</dc:creator>
  <cp:lastModifiedBy>PptxGenJS</cp:lastModifiedBy>
  <cp:revision>1</cp:revision>
  <dcterms:created xsi:type="dcterms:W3CDTF">2026-07-06T12:20:31Z</dcterms:created>
  <dcterms:modified xsi:type="dcterms:W3CDTF">2026-07-06T12:20:31Z</dcterms:modified>
</cp:coreProperties>
</file>