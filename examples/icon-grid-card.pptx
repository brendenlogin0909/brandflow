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0287000" cy="10287000"/>
  <p:notesSz cx="10287000" cy="10287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image" Target="../media/image-1-3.png"/><Relationship Id="rId4" Type="http://schemas.openxmlformats.org/officeDocument/2006/relationships/image" Target="../media/image-1-4.svg"/><Relationship Id="rId5" Type="http://schemas.openxmlformats.org/officeDocument/2006/relationships/image" Target="../media/image-1-5.png"/><Relationship Id="rId6" Type="http://schemas.openxmlformats.org/officeDocument/2006/relationships/image" Target="../media/image-1-6.svg"/><Relationship Id="rId7" Type="http://schemas.openxmlformats.org/officeDocument/2006/relationships/image" Target="../media/image-1-7.png"/><Relationship Id="rId8" Type="http://schemas.openxmlformats.org/officeDocument/2006/relationships/image" Target="../media/image-1-8.svg"/><Relationship Id="rId9" Type="http://schemas.openxmlformats.org/officeDocument/2006/relationships/image" Target="../media/image-1-9.png"/><Relationship Id="rId10" Type="http://schemas.openxmlformats.org/officeDocument/2006/relationships/image" Target="../media/image-1-10.svg"/><Relationship Id="rId11" Type="http://schemas.openxmlformats.org/officeDocument/2006/relationships/image" Target="../media/image-1-11.png"/><Relationship Id="rId12" Type="http://schemas.openxmlformats.org/officeDocument/2006/relationships/image" Target="../media/image-1-12.sv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2857500"/>
            <a:ext cx="2641600" cy="2166112"/>
          </a:xfrm>
          <a:prstGeom prst="roundRect">
            <a:avLst>
              <a:gd name="adj" fmla="val 12312"/>
            </a:avLst>
          </a:prstGeom>
          <a:solidFill>
            <a:srgbClr val="1A3C8F"/>
          </a:solidFill>
          <a:ln/>
        </p:spPr>
      </p:sp>
      <p:sp>
        <p:nvSpPr>
          <p:cNvPr id="3" name="Shape 1"/>
          <p:cNvSpPr/>
          <p:nvPr/>
        </p:nvSpPr>
        <p:spPr>
          <a:xfrm>
            <a:off x="3822700" y="2857500"/>
            <a:ext cx="2641600" cy="2166112"/>
          </a:xfrm>
          <a:prstGeom prst="roundRect">
            <a:avLst>
              <a:gd name="adj" fmla="val 12312"/>
            </a:avLst>
          </a:prstGeom>
          <a:solidFill>
            <a:srgbClr val="1A3C8F"/>
          </a:solidFill>
          <a:ln/>
        </p:spPr>
      </p:sp>
      <p:sp>
        <p:nvSpPr>
          <p:cNvPr id="4" name="Shape 2"/>
          <p:cNvSpPr/>
          <p:nvPr/>
        </p:nvSpPr>
        <p:spPr>
          <a:xfrm>
            <a:off x="6692900" y="2857500"/>
            <a:ext cx="2641600" cy="2166112"/>
          </a:xfrm>
          <a:prstGeom prst="roundRect">
            <a:avLst>
              <a:gd name="adj" fmla="val 12312"/>
            </a:avLst>
          </a:prstGeom>
          <a:solidFill>
            <a:srgbClr val="1A3C8F"/>
          </a:solidFill>
          <a:ln/>
        </p:spPr>
      </p:sp>
      <p:sp>
        <p:nvSpPr>
          <p:cNvPr id="5" name="Shape 3"/>
          <p:cNvSpPr/>
          <p:nvPr/>
        </p:nvSpPr>
        <p:spPr>
          <a:xfrm>
            <a:off x="952500" y="5252212"/>
            <a:ext cx="2641600" cy="2166112"/>
          </a:xfrm>
          <a:prstGeom prst="roundRect">
            <a:avLst>
              <a:gd name="adj" fmla="val 12312"/>
            </a:avLst>
          </a:prstGeom>
          <a:solidFill>
            <a:srgbClr val="1A3C8F"/>
          </a:solidFill>
          <a:ln/>
        </p:spPr>
      </p:sp>
      <p:sp>
        <p:nvSpPr>
          <p:cNvPr id="6" name="Shape 4"/>
          <p:cNvSpPr/>
          <p:nvPr/>
        </p:nvSpPr>
        <p:spPr>
          <a:xfrm>
            <a:off x="3822700" y="5252212"/>
            <a:ext cx="2641600" cy="2166112"/>
          </a:xfrm>
          <a:prstGeom prst="roundRect">
            <a:avLst>
              <a:gd name="adj" fmla="val 12312"/>
            </a:avLst>
          </a:prstGeom>
          <a:solidFill>
            <a:srgbClr val="1A3C8F"/>
          </a:solidFill>
          <a:ln/>
        </p:spPr>
      </p:sp>
      <p:sp>
        <p:nvSpPr>
          <p:cNvPr id="7" name="Shape 5"/>
          <p:cNvSpPr/>
          <p:nvPr/>
        </p:nvSpPr>
        <p:spPr>
          <a:xfrm>
            <a:off x="6692900" y="5252212"/>
            <a:ext cx="2641600" cy="2166112"/>
          </a:xfrm>
          <a:prstGeom prst="roundRect">
            <a:avLst>
              <a:gd name="adj" fmla="val 12312"/>
            </a:avLst>
          </a:prstGeom>
          <a:solidFill>
            <a:srgbClr val="1A3C8F"/>
          </a:solidFill>
          <a:ln/>
        </p:spPr>
      </p:sp>
      <p:sp>
        <p:nvSpPr>
          <p:cNvPr id="8" name="Text 6"/>
          <p:cNvSpPr/>
          <p:nvPr/>
        </p:nvSpPr>
        <p:spPr>
          <a:xfrm>
            <a:off x="952500" y="1047750"/>
            <a:ext cx="8382000" cy="14287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4200" b="1" dirty="0">
                <a:solidFill>
                  <a:srgbClr val="10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Everything a product launch touches</a:t>
            </a:r>
            <a:endParaRPr lang="en-US" sz="42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930400" y="3181350"/>
            <a:ext cx="685800" cy="6858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066800" y="4299712"/>
            <a:ext cx="2413000" cy="571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Positioning</a:t>
            </a:r>
            <a:endParaRPr lang="en-US" sz="18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00600" y="3181350"/>
            <a:ext cx="685800" cy="6858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937000" y="4299712"/>
            <a:ext cx="2413000" cy="571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Pricing</a:t>
            </a:r>
            <a:endParaRPr lang="en-US" sz="18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670800" y="3181350"/>
            <a:ext cx="685800" cy="6858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807200" y="4299712"/>
            <a:ext cx="2413000" cy="571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Enablement</a:t>
            </a:r>
            <a:endParaRPr lang="en-US" sz="18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930400" y="5576062"/>
            <a:ext cx="685800" cy="68580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066800" y="6694424"/>
            <a:ext cx="2413000" cy="571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Docs</a:t>
            </a:r>
            <a:endParaRPr lang="en-US" sz="1800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800600" y="5576062"/>
            <a:ext cx="685800" cy="68580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3937000" y="6694424"/>
            <a:ext cx="2413000" cy="571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</a:t>
            </a:r>
            <a:endParaRPr lang="en-US" sz="1800" dirty="0"/>
          </a:p>
        </p:txBody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670800" y="5576062"/>
            <a:ext cx="685800" cy="6858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6807200" y="6694424"/>
            <a:ext cx="2413000" cy="571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BrandFlow design 00000000-0000-4000-8000-000000000021</dc:title>
  <dc:subject>PptxGenJS Presentation</dc:subject>
  <dc:creator>PptxGenJS</dc:creator>
  <cp:lastModifiedBy>PptxGenJS</cp:lastModifiedBy>
  <cp:revision>1</cp:revision>
  <dcterms:created xsi:type="dcterms:W3CDTF">2026-07-06T12:20:31Z</dcterms:created>
  <dcterms:modified xsi:type="dcterms:W3CDTF">2026-07-06T12:20:31Z</dcterms:modified>
</cp:coreProperties>
</file>