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000500"/>
            <a:ext cx="8191500" cy="438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6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pre-launch LinkedIn checklist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047750" y="11239500"/>
            <a:ext cx="2857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 →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524000"/>
            <a:ext cx="1619250" cy="1619250"/>
          </a:xfrm>
          <a:prstGeom prst="roundRect">
            <a:avLst>
              <a:gd name="adj" fmla="val 25882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1333500" y="1905000"/>
            <a:ext cx="857250" cy="85725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33500" y="19050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52500" y="4191000"/>
            <a:ext cx="8191500" cy="2667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basics done</a:t>
            </a:r>
            <a:endParaRPr lang="en-US" sz="4650" dirty="0"/>
          </a:p>
        </p:txBody>
      </p:sp>
      <p:sp>
        <p:nvSpPr>
          <p:cNvPr id="6" name="Text 4"/>
          <p:cNvSpPr/>
          <p:nvPr/>
        </p:nvSpPr>
        <p:spPr>
          <a:xfrm>
            <a:off x="952500" y="7239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Banner, tagline and about section aligned to the launch.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5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524000"/>
            <a:ext cx="1619250" cy="1619250"/>
          </a:xfrm>
          <a:prstGeom prst="roundRect">
            <a:avLst>
              <a:gd name="adj" fmla="val 25882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1333500" y="1905000"/>
            <a:ext cx="857250" cy="85725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33500" y="19050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52500" y="4191000"/>
            <a:ext cx="8191500" cy="2667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briefed</a:t>
            </a:r>
            <a:endParaRPr lang="en-US" sz="4650" dirty="0"/>
          </a:p>
        </p:txBody>
      </p:sp>
      <p:sp>
        <p:nvSpPr>
          <p:cNvPr id="6" name="Text 4"/>
          <p:cNvSpPr/>
          <p:nvPr/>
        </p:nvSpPr>
        <p:spPr>
          <a:xfrm>
            <a:off x="952500" y="7239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knows the launch post and when to engage.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524000"/>
            <a:ext cx="1619250" cy="1619250"/>
          </a:xfrm>
          <a:prstGeom prst="roundRect">
            <a:avLst>
              <a:gd name="adj" fmla="val 25882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1333500" y="1905000"/>
            <a:ext cx="857250" cy="85725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33500" y="19050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check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952500" y="4191000"/>
            <a:ext cx="8191500" cy="2667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queued</a:t>
            </a:r>
            <a:endParaRPr lang="en-US" sz="4650" dirty="0"/>
          </a:p>
        </p:txBody>
      </p:sp>
      <p:sp>
        <p:nvSpPr>
          <p:cNvPr id="6" name="Text 4"/>
          <p:cNvSpPr/>
          <p:nvPr/>
        </p:nvSpPr>
        <p:spPr>
          <a:xfrm>
            <a:off x="952500" y="7239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Announcement, follow-up and founder POV scheduled.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477500"/>
            <a:ext cx="10287000" cy="23812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572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Launching soon? Save this checklist.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11049000"/>
            <a:ext cx="4762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for more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00000000-0000-4000-8000-00000000007c</dc:title>
  <dc:subject>PptxGenJS Presentation</dc:subject>
  <dc:creator>PptxGenJS</dc:creator>
  <cp:lastModifiedBy>PptxGenJS</cp:lastModifiedBy>
  <cp:revision>1</cp:revision>
  <dcterms:created xsi:type="dcterms:W3CDTF">2026-07-04T10:00:31Z</dcterms:created>
  <dcterms:modified xsi:type="dcterms:W3CDTF">2026-07-04T10:00:31Z</dcterms:modified>
</cp:coreProperties>
</file>