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00500"/>
            <a:ext cx="81915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6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pre-launch LinkedIn checklist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11239500"/>
            <a:ext cx="2857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524000"/>
            <a:ext cx="1619250" cy="1619250"/>
          </a:xfrm>
          <a:prstGeom prst="roundRect">
            <a:avLst>
              <a:gd name="adj" fmla="val 25882"/>
            </a:avLst>
          </a:prstGeom>
          <a:solidFill>
            <a:srgbClr val="1A3C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1905000"/>
            <a:ext cx="857250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4191000"/>
            <a:ext cx="8191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basics done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952500" y="7239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Banner, tagline and about section aligned to the launch.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524000"/>
            <a:ext cx="1619250" cy="1619250"/>
          </a:xfrm>
          <a:prstGeom prst="roundRect">
            <a:avLst>
              <a:gd name="adj" fmla="val 25882"/>
            </a:avLst>
          </a:prstGeom>
          <a:solidFill>
            <a:srgbClr val="1A3C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1905000"/>
            <a:ext cx="857250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4191000"/>
            <a:ext cx="8191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briefed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952500" y="7239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knows the launch post and when to engage.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524000"/>
            <a:ext cx="1619250" cy="1619250"/>
          </a:xfrm>
          <a:prstGeom prst="roundRect">
            <a:avLst>
              <a:gd name="adj" fmla="val 25882"/>
            </a:avLst>
          </a:prstGeom>
          <a:solidFill>
            <a:srgbClr val="1A3C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1905000"/>
            <a:ext cx="857250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4191000"/>
            <a:ext cx="8191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queued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952500" y="7239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Announcement, follow-up and founder POV scheduled.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77500"/>
            <a:ext cx="10287000" cy="23812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572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soon? Save this checklist.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1049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for more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00000000-0000-4000-8000-00000000007c</dc:title>
  <dc:subject>PptxGenJS Presentation</dc:subject>
  <dc:creator>PptxGenJS</dc:creator>
  <cp:lastModifiedBy>PptxGenJS</cp:lastModifiedBy>
  <cp:revision>1</cp:revision>
  <dcterms:created xsi:type="dcterms:W3CDTF">2026-07-06T12:20:31Z</dcterms:created>
  <dcterms:modified xsi:type="dcterms:W3CDTF">2026-07-06T12:20:31Z</dcterms:modified>
</cp:coreProperties>
</file>