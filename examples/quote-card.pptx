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67250" y="914400"/>
            <a:ext cx="1333500" cy="1714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0" b="1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1333500" y="2857500"/>
            <a:ext cx="7620000" cy="40005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05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best brands are built one consistent post at a time.</a:t>
            </a:r>
            <a:endParaRPr lang="en-US" sz="4050" dirty="0"/>
          </a:p>
        </p:txBody>
      </p:sp>
      <p:sp>
        <p:nvSpPr>
          <p:cNvPr id="4" name="Text 2"/>
          <p:cNvSpPr/>
          <p:nvPr/>
        </p:nvSpPr>
        <p:spPr>
          <a:xfrm>
            <a:off x="1333500" y="7429500"/>
            <a:ext cx="7620000" cy="476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50" b="1" dirty="0">
                <a:solidFill>
                  <a:srgbClr val="10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 Rivera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1333500" y="7962900"/>
            <a:ext cx="7620000" cy="4191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A3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CMO, Acme Robotics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BrandFlow design 00000000-0000-4000-8000-000000000000</dc:title>
  <dc:subject>PptxGenJS Presentation</dc:subject>
  <dc:creator>PptxGenJS</dc:creator>
  <cp:lastModifiedBy>PptxGenJS</cp:lastModifiedBy>
  <cp:revision>1</cp:revision>
  <dcterms:created xsi:type="dcterms:W3CDTF">2026-07-04T09:36:21Z</dcterms:created>
  <dcterms:modified xsi:type="dcterms:W3CDTF">2026-07-04T09:36:21Z</dcterms:modified>
</cp:coreProperties>
</file>