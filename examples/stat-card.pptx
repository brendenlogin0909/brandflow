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906000"/>
            <a:ext cx="10287000" cy="38100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2667000"/>
            <a:ext cx="7620000" cy="285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0" b="1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1809750" y="5905500"/>
            <a:ext cx="66675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3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B2B buyers check LinkedIn before a first meeting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8477250"/>
            <a:ext cx="7620000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2026 B2B Buyer Behaviour Survey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BrandFlow design 00000000-0000-4000-8000-000000000006</dc:title>
  <dc:subject>PptxGenJS Presentation</dc:subject>
  <dc:creator>PptxGenJS</dc:creator>
  <cp:lastModifiedBy>PptxGenJS</cp:lastModifiedBy>
  <cp:revision>1</cp:revision>
  <dcterms:created xsi:type="dcterms:W3CDTF">2026-07-04T10:00:30Z</dcterms:created>
  <dcterms:modified xsi:type="dcterms:W3CDTF">2026-07-04T10:00:30Z</dcterms:modified>
</cp:coreProperties>
</file>