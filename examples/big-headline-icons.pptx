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8572500"/>
            <a:ext cx="1143000" cy="1143000"/>
          </a:xfrm>
          <a:prstGeom prst="roundRect">
            <a:avLst>
              <a:gd name="adj" fmla="val 23333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3746500" y="8572500"/>
            <a:ext cx="1143000" cy="1143000"/>
          </a:xfrm>
          <a:prstGeom prst="roundRect">
            <a:avLst>
              <a:gd name="adj" fmla="val 23333"/>
            </a:avLst>
          </a:prstGeom>
          <a:solidFill>
            <a:srgbClr val="1A3C8F"/>
          </a:solidFill>
          <a:ln/>
        </p:spPr>
      </p:sp>
      <p:sp>
        <p:nvSpPr>
          <p:cNvPr id="4" name="Shape 2"/>
          <p:cNvSpPr/>
          <p:nvPr/>
        </p:nvSpPr>
        <p:spPr>
          <a:xfrm>
            <a:off x="6540500" y="8572500"/>
            <a:ext cx="1143000" cy="1143000"/>
          </a:xfrm>
          <a:prstGeom prst="roundRect">
            <a:avLst>
              <a:gd name="adj" fmla="val 23333"/>
            </a:avLst>
          </a:prstGeom>
          <a:solidFill>
            <a:srgbClr val="1A3C8F"/>
          </a:solidFill>
          <a:ln/>
        </p:spPr>
      </p:sp>
      <p:sp>
        <p:nvSpPr>
          <p:cNvPr id="5" name="Text 3"/>
          <p:cNvSpPr/>
          <p:nvPr/>
        </p:nvSpPr>
        <p:spPr>
          <a:xfrm>
            <a:off x="952500" y="1333500"/>
            <a:ext cx="8382000" cy="304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3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posting. Start compounding.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952500" y="4762500"/>
            <a:ext cx="7429500" cy="1333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habits that turn LinkedIn activity into pipeline.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38250" y="8858250"/>
            <a:ext cx="571500" cy="5715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238250" y="8858250"/>
            <a:ext cx="571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calendar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76300" y="9867900"/>
            <a:ext cx="26035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032250" y="8858250"/>
            <a:ext cx="571500" cy="5715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032250" y="8858250"/>
            <a:ext cx="571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mic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556000" y="9867900"/>
            <a:ext cx="26035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26250" y="8858250"/>
            <a:ext cx="571500" cy="5715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826250" y="8858250"/>
            <a:ext cx="5715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bar-chart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350000" y="9867900"/>
            <a:ext cx="2603500" cy="666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00000000-0000-4000-8000-00000000000c</dc:title>
  <dc:subject>PptxGenJS Presentation</dc:subject>
  <dc:creator>PptxGenJS</dc:creator>
  <cp:lastModifiedBy>PptxGenJS</cp:lastModifiedBy>
  <cp:revision>1</cp:revision>
  <dcterms:created xsi:type="dcterms:W3CDTF">2026-07-04T09:36:21Z</dcterms:created>
  <dcterms:modified xsi:type="dcterms:W3CDTF">2026-07-04T09:36:21Z</dcterms:modified>
</cp:coreProperties>
</file>