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</p:sldIdLst>
  <p:notesMasterIdLst>
    <p:notesMasterId r:id="rId3"/>
  </p:notesMasterIdLst>
  <p:sldSz cx="10287000" cy="12858750"/>
  <p:notesSz cx="12858750" cy="10287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notesMaster" Target="notesMasters/notesMaster1.xml"/><Relationship Id="rId4" Type="http://schemas.openxmlformats.org/officeDocument/2006/relationships/presProps" Target="presProps.xml"/><Relationship Id="rId5" Type="http://schemas.openxmlformats.org/officeDocument/2006/relationships/viewProps" Target="viewProps.xml"/><Relationship Id="rId6" Type="http://schemas.openxmlformats.org/officeDocument/2006/relationships/theme" Target="theme/theme1.xml"/><Relationship Id="rId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image" Target="../media/image-1-2.svg"/><Relationship Id="rId3" Type="http://schemas.openxmlformats.org/officeDocument/2006/relationships/image" Target="../media/image-1-3.png"/><Relationship Id="rId4" Type="http://schemas.openxmlformats.org/officeDocument/2006/relationships/image" Target="../media/image-1-4.svg"/><Relationship Id="rId5" Type="http://schemas.openxmlformats.org/officeDocument/2006/relationships/image" Target="../media/image-1-5.png"/><Relationship Id="rId6" Type="http://schemas.openxmlformats.org/officeDocument/2006/relationships/image" Target="../media/image-1-6.sv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52500" y="8572500"/>
            <a:ext cx="1143000" cy="1143000"/>
          </a:xfrm>
          <a:prstGeom prst="roundRect">
            <a:avLst>
              <a:gd name="adj" fmla="val 23333"/>
            </a:avLst>
          </a:prstGeom>
          <a:solidFill>
            <a:srgbClr val="1A3C8F"/>
          </a:solidFill>
          <a:ln/>
        </p:spPr>
      </p:sp>
      <p:sp>
        <p:nvSpPr>
          <p:cNvPr id="3" name="Shape 1"/>
          <p:cNvSpPr/>
          <p:nvPr/>
        </p:nvSpPr>
        <p:spPr>
          <a:xfrm>
            <a:off x="3746500" y="8572500"/>
            <a:ext cx="1143000" cy="1143000"/>
          </a:xfrm>
          <a:prstGeom prst="roundRect">
            <a:avLst>
              <a:gd name="adj" fmla="val 23333"/>
            </a:avLst>
          </a:prstGeom>
          <a:solidFill>
            <a:srgbClr val="1A3C8F"/>
          </a:solidFill>
          <a:ln/>
        </p:spPr>
      </p:sp>
      <p:sp>
        <p:nvSpPr>
          <p:cNvPr id="4" name="Shape 2"/>
          <p:cNvSpPr/>
          <p:nvPr/>
        </p:nvSpPr>
        <p:spPr>
          <a:xfrm>
            <a:off x="6540500" y="8572500"/>
            <a:ext cx="1143000" cy="1143000"/>
          </a:xfrm>
          <a:prstGeom prst="roundRect">
            <a:avLst>
              <a:gd name="adj" fmla="val 23333"/>
            </a:avLst>
          </a:prstGeom>
          <a:solidFill>
            <a:srgbClr val="1A3C8F"/>
          </a:solidFill>
          <a:ln/>
        </p:spPr>
      </p:sp>
      <p:sp>
        <p:nvSpPr>
          <p:cNvPr id="5" name="Text 3"/>
          <p:cNvSpPr/>
          <p:nvPr/>
        </p:nvSpPr>
        <p:spPr>
          <a:xfrm>
            <a:off x="952500" y="1333500"/>
            <a:ext cx="8382000" cy="3048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6300" b="1" dirty="0">
                <a:solidFill>
                  <a:srgbClr val="10141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Stop posting. Start compounding.</a:t>
            </a:r>
            <a:endParaRPr lang="en-US" sz="6300" dirty="0"/>
          </a:p>
        </p:txBody>
      </p:sp>
      <p:sp>
        <p:nvSpPr>
          <p:cNvPr id="6" name="Text 4"/>
          <p:cNvSpPr/>
          <p:nvPr/>
        </p:nvSpPr>
        <p:spPr>
          <a:xfrm>
            <a:off x="952500" y="4762500"/>
            <a:ext cx="7429500" cy="13335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2400" dirty="0">
                <a:solidFill>
                  <a:srgbClr val="10141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Three habits that turn LinkedIn activity into pipeline.</a:t>
            </a:r>
            <a:endParaRPr lang="en-US" sz="2400" dirty="0"/>
          </a:p>
        </p:txBody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1238250" y="8858250"/>
            <a:ext cx="571500" cy="571500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876300" y="9867900"/>
            <a:ext cx="2603500" cy="66675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lnSpc>
                <a:spcPct val="125000"/>
              </a:lnSpc>
              <a:buNone/>
            </a:pPr>
            <a:r>
              <a:rPr lang="en-US" sz="1800" b="1" dirty="0">
                <a:solidFill>
                  <a:srgbClr val="10141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Consistency</a:t>
            </a:r>
            <a:endParaRPr lang="en-US" sz="1800" dirty="0"/>
          </a:p>
        </p:txBody>
      </p:sp>
      <p:pic>
        <p:nvPicPr>
          <p:cNvPr id="9" name="Image 1" descr="preencoded.png">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4032250" y="8858250"/>
            <a:ext cx="571500" cy="571500"/>
          </a:xfrm>
          <a:prstGeom prst="rect">
            <a:avLst/>
          </a:prstGeom>
        </p:spPr>
      </p:pic>
      <p:sp>
        <p:nvSpPr>
          <p:cNvPr id="10" name="Text 6"/>
          <p:cNvSpPr/>
          <p:nvPr/>
        </p:nvSpPr>
        <p:spPr>
          <a:xfrm>
            <a:off x="3556000" y="9867900"/>
            <a:ext cx="2603500" cy="66675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lnSpc>
                <a:spcPct val="125000"/>
              </a:lnSpc>
              <a:buNone/>
            </a:pPr>
            <a:r>
              <a:rPr lang="en-US" sz="1800" b="1" dirty="0">
                <a:solidFill>
                  <a:srgbClr val="10141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Voice</a:t>
            </a:r>
            <a:endParaRPr lang="en-US" sz="1800" dirty="0"/>
          </a:p>
        </p:txBody>
      </p:sp>
      <p:pic>
        <p:nvPicPr>
          <p:cNvPr id="11" name="Image 2" descr="preencoded.png">    </p:cNvPr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6826250" y="8858250"/>
            <a:ext cx="571500" cy="571500"/>
          </a:xfrm>
          <a:prstGeom prst="rect">
            <a:avLst/>
          </a:prstGeom>
        </p:spPr>
      </p:pic>
      <p:sp>
        <p:nvSpPr>
          <p:cNvPr id="12" name="Text 7"/>
          <p:cNvSpPr/>
          <p:nvPr/>
        </p:nvSpPr>
        <p:spPr>
          <a:xfrm>
            <a:off x="6350000" y="9867900"/>
            <a:ext cx="2603500" cy="66675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lnSpc>
                <a:spcPct val="125000"/>
              </a:lnSpc>
              <a:buNone/>
            </a:pPr>
            <a:r>
              <a:rPr lang="en-US" sz="1800" b="1" dirty="0">
                <a:solidFill>
                  <a:srgbClr val="10141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Proof</a:t>
            </a:r>
            <a:endParaRPr lang="en-US" sz="1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4" baseType="lpstr">
      <vt:lpstr>Arial</vt:lpstr>
      <vt:lpstr>Calibri</vt:lpstr>
      <vt:lpstr>Office Theme</vt:lpstr>
      <vt:lpstr>Slide 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BrandFlow design 00000000-0000-4000-8000-00000000000c</dc:title>
  <dc:subject>PptxGenJS Presentation</dc:subject>
  <dc:creator>PptxGenJS</dc:creator>
  <cp:lastModifiedBy>PptxGenJS</cp:lastModifiedBy>
  <cp:revision>1</cp:revision>
  <dcterms:created xsi:type="dcterms:W3CDTF">2026-07-06T12:20:31Z</dcterms:created>
  <dcterms:modified xsi:type="dcterms:W3CDTF">2026-07-06T12:20:31Z</dcterms:modified>
</cp:coreProperties>
</file>